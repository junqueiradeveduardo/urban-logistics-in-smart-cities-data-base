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93" r:id="rId2"/>
    <p:sldId id="290" r:id="rId3"/>
    <p:sldId id="294" r:id="rId4"/>
  </p:sldIdLst>
  <p:sldSz cx="12188825" cy="6858000"/>
  <p:notesSz cx="6858000" cy="9144000"/>
  <p:defaultTextStyle>
    <a:defPPr>
      <a:defRPr lang="en-US"/>
    </a:defPPr>
    <a:lvl1pPr algn="l" defTabSz="6080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608013" indent="-150813" algn="l" defTabSz="6080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1217613" indent="-303213" algn="l" defTabSz="6080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827213" indent="-455613" algn="l" defTabSz="6080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2436813" indent="-608013" algn="l" defTabSz="6080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1">
          <p15:clr>
            <a:srgbClr val="A4A3A4"/>
          </p15:clr>
        </p15:guide>
        <p15:guide id="3" pos="7468">
          <p15:clr>
            <a:srgbClr val="A4A3A4"/>
          </p15:clr>
        </p15:guide>
        <p15:guide id="4" pos="210">
          <p15:clr>
            <a:srgbClr val="A4A3A4"/>
          </p15:clr>
        </p15:guide>
        <p15:guide id="5" pos="550">
          <p15:clr>
            <a:srgbClr val="A4A3A4"/>
          </p15:clr>
        </p15:guide>
        <p15:guide id="6" pos="71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3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6"/>
    <p:restoredTop sz="94703"/>
  </p:normalViewPr>
  <p:slideViewPr>
    <p:cSldViewPr snapToGrid="0" snapToObjects="1" showGuides="1">
      <p:cViewPr varScale="1">
        <p:scale>
          <a:sx n="78" d="100"/>
          <a:sy n="78" d="100"/>
        </p:scale>
        <p:origin x="946" y="62"/>
      </p:cViewPr>
      <p:guideLst>
        <p:guide orient="horz" pos="2161"/>
        <p:guide pos="3841"/>
        <p:guide pos="7468"/>
        <p:guide pos="210"/>
        <p:guide pos="550"/>
        <p:guide pos="71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576A3071-155B-4004-93F9-A40E4AAA59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72E1A98-4838-4251-BB97-297EA25F97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fld id="{61497778-E3E5-43B3-AADA-66C770983840}" type="datetimeFigureOut">
              <a:rPr lang="pt-PT"/>
              <a:pPr>
                <a:defRPr/>
              </a:pPr>
              <a:t>07/04/2021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89B9086-EE13-4B11-AF8E-1712C14FED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B224CA2-D808-456E-AF19-4369EE06B8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BB1F88A-2309-443E-8310-BFD077E1966A}" type="slidenum">
              <a:rPr lang="pt-PT" altLang="pt-PT"/>
              <a:pPr>
                <a:defRPr/>
              </a:pPr>
              <a:t>‹#›</a:t>
            </a:fld>
            <a:endParaRPr lang="pt-PT" alt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A65861C0-D66A-4B9D-92A9-CF8BD68B7D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1A588E2-FEFF-4701-90B4-7431161196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fld id="{4E1DDB4D-D6B3-4845-9F66-B60B54C518F1}" type="datetimeFigureOut">
              <a:rPr lang="pt-PT"/>
              <a:pPr>
                <a:defRPr/>
              </a:pPr>
              <a:t>07/04/2021</a:t>
            </a:fld>
            <a:endParaRPr lang="pt-PT"/>
          </a:p>
        </p:txBody>
      </p:sp>
      <p:sp>
        <p:nvSpPr>
          <p:cNvPr id="4" name="Marcador de Posição da Imagem do Diapositivo 3">
            <a:extLst>
              <a:ext uri="{FF2B5EF4-FFF2-40B4-BE49-F238E27FC236}">
                <a16:creationId xmlns:a16="http://schemas.microsoft.com/office/drawing/2014/main" id="{94612BB6-8761-4689-8472-0306822D7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PT" noProof="0"/>
          </a:p>
        </p:txBody>
      </p:sp>
      <p:sp>
        <p:nvSpPr>
          <p:cNvPr id="5" name="Marcador de Posição de Notas 4">
            <a:extLst>
              <a:ext uri="{FF2B5EF4-FFF2-40B4-BE49-F238E27FC236}">
                <a16:creationId xmlns:a16="http://schemas.microsoft.com/office/drawing/2014/main" id="{E418A295-AE1A-45D4-AC63-8461CD43A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noProof="0"/>
              <a:t>Clique para editar os estilos de texto do Modelo Global</a:t>
            </a:r>
          </a:p>
          <a:p>
            <a:pPr lvl="1"/>
            <a:r>
              <a:rPr lang="pt-PT" noProof="0"/>
              <a:t>Segundo nível</a:t>
            </a:r>
          </a:p>
          <a:p>
            <a:pPr lvl="2"/>
            <a:r>
              <a:rPr lang="pt-PT" noProof="0"/>
              <a:t>Terceiro nível</a:t>
            </a:r>
          </a:p>
          <a:p>
            <a:pPr lvl="3"/>
            <a:r>
              <a:rPr lang="pt-PT" noProof="0"/>
              <a:t>Quarto nível</a:t>
            </a:r>
          </a:p>
          <a:p>
            <a:pPr lvl="4"/>
            <a:r>
              <a:rPr lang="pt-PT" noProof="0"/>
              <a:t>Quinto nível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67DB49E-51AF-4116-BC53-3A23EB388D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562B175-2545-4FD8-964E-DFF2D56C0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AACA883-0ADF-40C1-8228-4C899E944FA6}" type="slidenum">
              <a:rPr lang="pt-PT" altLang="pt-PT"/>
              <a:pPr>
                <a:defRPr/>
              </a:pPr>
              <a:t>‹#›</a:t>
            </a:fld>
            <a:endParaRPr lang="pt-PT" alt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6B31733-46E6-4231-BB0D-75C8FC63AF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96300" y="6356350"/>
            <a:ext cx="34401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9" tIns="60949" rIns="121899" bIns="60949" anchor="ctr"/>
          <a:lstStyle/>
          <a:p>
            <a:pPr algn="r" eaLnBrk="1" hangingPunct="1"/>
            <a:fld id="{917FDAEA-7390-468F-B07A-25E50A87738B}" type="slidenum">
              <a:rPr lang="en-US" altLang="pt-PT" sz="1600">
                <a:solidFill>
                  <a:srgbClr val="898989"/>
                </a:solidFill>
              </a:rPr>
              <a:pPr algn="r" eaLnBrk="1" hangingPunct="1"/>
              <a:t>‹#›</a:t>
            </a:fld>
            <a:endParaRPr lang="en-US" altLang="pt-PT" sz="1600">
              <a:solidFill>
                <a:srgbClr val="898989"/>
              </a:solidFill>
            </a:endParaRPr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308CFE2D-DE09-47CE-95C5-0368534B6D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88825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Marcador de Posição do Texto 1"/>
          <p:cNvSpPr>
            <a:spLocks noGrp="1"/>
          </p:cNvSpPr>
          <p:nvPr>
            <p:ph type="body" sz="quarter" idx="13"/>
          </p:nvPr>
        </p:nvSpPr>
        <p:spPr>
          <a:xfrm>
            <a:off x="489353" y="328365"/>
            <a:ext cx="9909016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3" name="Marcador de Posição do Texto 2"/>
          <p:cNvSpPr>
            <a:spLocks noGrp="1"/>
          </p:cNvSpPr>
          <p:nvPr>
            <p:ph type="body" sz="quarter" idx="14"/>
          </p:nvPr>
        </p:nvSpPr>
        <p:spPr>
          <a:xfrm>
            <a:off x="489351" y="1441938"/>
            <a:ext cx="9909015" cy="4802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62B2B-1115-49F5-9FCE-6E0D6CB40B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2DE-8A1A-4771-B462-8A9B8DD8D21B}" type="slidenum">
              <a:rPr lang="en-US" altLang="pt-PT"/>
              <a:pPr>
                <a:defRPr/>
              </a:pPr>
              <a:t>‹#›</a:t>
            </a:fld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318995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2">
            <a:extLst>
              <a:ext uri="{FF2B5EF4-FFF2-40B4-BE49-F238E27FC236}">
                <a16:creationId xmlns:a16="http://schemas.microsoft.com/office/drawing/2014/main" id="{02F9E919-A88D-457E-82D1-61F2B64E78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88825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Marcador de Posição do Texto 1"/>
          <p:cNvSpPr>
            <a:spLocks noGrp="1"/>
          </p:cNvSpPr>
          <p:nvPr>
            <p:ph type="body" sz="quarter" idx="13"/>
          </p:nvPr>
        </p:nvSpPr>
        <p:spPr>
          <a:xfrm>
            <a:off x="489353" y="328365"/>
            <a:ext cx="9909016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Marcador de Posição do Texto 2"/>
          <p:cNvSpPr>
            <a:spLocks noGrp="1"/>
          </p:cNvSpPr>
          <p:nvPr>
            <p:ph type="body" sz="quarter" idx="14"/>
          </p:nvPr>
        </p:nvSpPr>
        <p:spPr>
          <a:xfrm>
            <a:off x="489352" y="1441938"/>
            <a:ext cx="5040000" cy="4802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3" name="Marcador de Posição de Imagem 3"/>
          <p:cNvSpPr>
            <a:spLocks noGrp="1"/>
          </p:cNvSpPr>
          <p:nvPr>
            <p:ph type="pic" sz="quarter" idx="15"/>
          </p:nvPr>
        </p:nvSpPr>
        <p:spPr>
          <a:xfrm>
            <a:off x="6261253" y="1441293"/>
            <a:ext cx="5400000" cy="4802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PT" noProof="0"/>
              <a:t>Clique no ícone para adicionar uma imagem</a:t>
            </a:r>
            <a:endParaRPr lang="pt-PT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DCF5E-660D-4D4B-9553-A44FCECD6D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38721-220B-41D3-92FC-E8FA9EC44C27}" type="slidenum">
              <a:rPr lang="en-US" altLang="pt-PT"/>
              <a:pPr>
                <a:defRPr/>
              </a:pPr>
              <a:t>‹#›</a:t>
            </a:fld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15593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59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DD979-A27D-4186-B817-B2AD40E80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96300" y="6356350"/>
            <a:ext cx="3440113" cy="365125"/>
          </a:xfrm>
          <a:prstGeom prst="rect">
            <a:avLst/>
          </a:prstGeom>
        </p:spPr>
        <p:txBody>
          <a:bodyPr vert="horz" wrap="square" lIns="121899" tIns="60949" rIns="121899" bIns="6094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A6E9F90-3B92-4C82-B547-D8CC78017A59}" type="slidenum">
              <a:rPr lang="en-US" altLang="pt-PT"/>
              <a:pPr>
                <a:defRPr/>
              </a:pPr>
              <a:t>‹#›</a:t>
            </a:fld>
            <a:endParaRPr lang="en-US" alt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hdr="0" ftr="0" dt="0"/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352213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60949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60949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197CF-3240-42DB-800D-3471A98624A9}"/>
              </a:ext>
            </a:extLst>
          </p:cNvPr>
          <p:cNvSpPr txBox="1"/>
          <p:nvPr/>
        </p:nvSpPr>
        <p:spPr>
          <a:xfrm>
            <a:off x="333375" y="2614613"/>
            <a:ext cx="11522075" cy="585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PT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Título do Trabalho</a:t>
            </a:r>
            <a:endParaRPr lang="pt-PT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44917-DB08-40B6-B845-3907BAAC27B1}"/>
              </a:ext>
            </a:extLst>
          </p:cNvPr>
          <p:cNvSpPr txBox="1"/>
          <p:nvPr/>
        </p:nvSpPr>
        <p:spPr>
          <a:xfrm>
            <a:off x="895350" y="4433888"/>
            <a:ext cx="5092700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Autor 1</a:t>
            </a:r>
          </a:p>
          <a:p>
            <a:pPr>
              <a:defRPr/>
            </a:pPr>
            <a:r>
              <a:rPr lang="en-GB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Autor 2</a:t>
            </a:r>
          </a:p>
          <a:p>
            <a:pPr>
              <a:defRPr/>
            </a:pPr>
            <a:r>
              <a:rPr lang="en-GB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0EB90-8812-476C-BA91-F542FD5C1F20}"/>
              </a:ext>
            </a:extLst>
          </p:cNvPr>
          <p:cNvSpPr txBox="1"/>
          <p:nvPr/>
        </p:nvSpPr>
        <p:spPr>
          <a:xfrm>
            <a:off x="2584450" y="6351588"/>
            <a:ext cx="34036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PT" sz="1400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Licenciatura/Mestrado/Mestrado Integrado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A900A2-1D3C-47FA-8F40-EB114DCE0AB3}"/>
              </a:ext>
            </a:extLst>
          </p:cNvPr>
          <p:cNvSpPr txBox="1"/>
          <p:nvPr/>
        </p:nvSpPr>
        <p:spPr>
          <a:xfrm>
            <a:off x="6200775" y="4433888"/>
            <a:ext cx="51149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PT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 da Instituição</a:t>
            </a:r>
            <a:b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1FCC6-4382-4F90-985B-6353BCFD410F}"/>
              </a:ext>
            </a:extLst>
          </p:cNvPr>
          <p:cNvSpPr txBox="1"/>
          <p:nvPr/>
        </p:nvSpPr>
        <p:spPr>
          <a:xfrm>
            <a:off x="6200775" y="6351588"/>
            <a:ext cx="22320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PT" sz="1400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 de defesa do trabalho</a:t>
            </a:r>
            <a:endParaRPr lang="en-GB" sz="1400" dirty="0"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6ECA2-EE0D-4B93-89E9-EDAECA2620A2}"/>
              </a:ext>
            </a:extLst>
          </p:cNvPr>
          <p:cNvSpPr/>
          <p:nvPr/>
        </p:nvSpPr>
        <p:spPr bwMode="auto">
          <a:xfrm>
            <a:off x="9972675" y="4292600"/>
            <a:ext cx="1343025" cy="111442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152" name="CaixaDeTexto 1">
            <a:extLst>
              <a:ext uri="{FF2B5EF4-FFF2-40B4-BE49-F238E27FC236}">
                <a16:creationId xmlns:a16="http://schemas.microsoft.com/office/drawing/2014/main" id="{0FCF0CCC-B9AF-421A-9C70-77FAEA156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4925" y="4637088"/>
            <a:ext cx="996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PT" altLang="pt-PT"/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>
            <a:extLst>
              <a:ext uri="{FF2B5EF4-FFF2-40B4-BE49-F238E27FC236}">
                <a16:creationId xmlns:a16="http://schemas.microsoft.com/office/drawing/2014/main" id="{2DE2C568-10C9-4C66-BE40-139950E1032C}"/>
              </a:ext>
            </a:extLst>
          </p:cNvPr>
          <p:cNvSpPr/>
          <p:nvPr/>
        </p:nvSpPr>
        <p:spPr>
          <a:xfrm>
            <a:off x="11687175" y="6386513"/>
            <a:ext cx="392113" cy="334962"/>
          </a:xfrm>
          <a:prstGeom prst="teardrop">
            <a:avLst/>
          </a:prstGeom>
          <a:solidFill>
            <a:srgbClr val="B1380A"/>
          </a:solidFill>
          <a:ln>
            <a:solidFill>
              <a:srgbClr val="B1380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171" name="Marcador de Posição do Número do Diapositivo 1">
            <a:extLst>
              <a:ext uri="{FF2B5EF4-FFF2-40B4-BE49-F238E27FC236}">
                <a16:creationId xmlns:a16="http://schemas.microsoft.com/office/drawing/2014/main" id="{644D7FB9-E164-4E5A-A452-D0938E204DCD}"/>
              </a:ext>
            </a:extLst>
          </p:cNvPr>
          <p:cNvSpPr>
            <a:spLocks noGrp="1" noChangeArrowheads="1"/>
          </p:cNvSpPr>
          <p:nvPr>
            <p:ph type="sldNum" sz="quarter" idx="15"/>
          </p:nvPr>
        </p:nvSpPr>
        <p:spPr bwMode="auto">
          <a:xfrm>
            <a:off x="11631613" y="6356350"/>
            <a:ext cx="5175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fld id="{F6CCD6BC-1B2D-411D-A32A-3F1C2DC6FAF8}" type="slidenum">
              <a:rPr lang="en-US" altLang="pt-PT" sz="1400" b="1" smtClean="0">
                <a:solidFill>
                  <a:schemeClr val="bg1"/>
                </a:solidFill>
              </a:rPr>
              <a:pPr algn="ctr"/>
              <a:t>2</a:t>
            </a:fld>
            <a:endParaRPr lang="en-US" altLang="pt-PT" sz="1400" b="1">
              <a:solidFill>
                <a:schemeClr val="bg1"/>
              </a:solidFill>
            </a:endParaRPr>
          </a:p>
        </p:txBody>
      </p:sp>
      <p:sp>
        <p:nvSpPr>
          <p:cNvPr id="7170" name="Marcador de Posição do Texto 2">
            <a:extLst>
              <a:ext uri="{FF2B5EF4-FFF2-40B4-BE49-F238E27FC236}">
                <a16:creationId xmlns:a16="http://schemas.microsoft.com/office/drawing/2014/main" id="{3D0C3224-6492-43EA-B7F9-76F7AB5457C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88950" y="239713"/>
            <a:ext cx="9909175" cy="360362"/>
          </a:xfrm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PT" alt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Título do Trabalho </a:t>
            </a:r>
          </a:p>
        </p:txBody>
      </p:sp>
      <p:sp>
        <p:nvSpPr>
          <p:cNvPr id="7173" name="Marcador de Posição do Texto 3">
            <a:extLst>
              <a:ext uri="{FF2B5EF4-FFF2-40B4-BE49-F238E27FC236}">
                <a16:creationId xmlns:a16="http://schemas.microsoft.com/office/drawing/2014/main" id="{D9F32503-6EF3-4CB5-897C-45EA1A2EF8D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333375" y="1401763"/>
            <a:ext cx="11549063" cy="4803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pt-PT" altLang="pt-PT" sz="2400" b="1"/>
              <a:t>Título de Secção (Negrito, Calibri, 24pt)</a:t>
            </a:r>
          </a:p>
          <a:p>
            <a:pPr algn="just"/>
            <a:r>
              <a:rPr lang="pt-PT" altLang="pt-PT" sz="1800"/>
              <a:t>Corpo de texto (Calibri, 18pt)</a:t>
            </a:r>
          </a:p>
        </p:txBody>
      </p:sp>
      <p:sp>
        <p:nvSpPr>
          <p:cNvPr id="5" name="Marcador de Posição do Texto 2">
            <a:extLst>
              <a:ext uri="{FF2B5EF4-FFF2-40B4-BE49-F238E27FC236}">
                <a16:creationId xmlns:a16="http://schemas.microsoft.com/office/drawing/2014/main" id="{2BDEC992-7387-4203-911B-265E936E8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565150"/>
            <a:ext cx="9909175" cy="360363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989013" indent="-3794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522413" indent="-3032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132013" indent="-3032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741613" indent="-3032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352213" indent="-304747" algn="l" defTabSz="60949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60949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60949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60949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Autor 1</a:t>
            </a:r>
            <a:r>
              <a:rPr lang="pt-PT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altLang="pt-PT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Autor 2 • (…)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075396-5442-4BB3-BD6D-5D4DECEBD94A}"/>
              </a:ext>
            </a:extLst>
          </p:cNvPr>
          <p:cNvSpPr txBox="1"/>
          <p:nvPr/>
        </p:nvSpPr>
        <p:spPr>
          <a:xfrm>
            <a:off x="333375" y="2614613"/>
            <a:ext cx="1152207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PT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PT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 1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PT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 2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PT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E71BF-E437-46BD-A09C-45736674ADCC}"/>
              </a:ext>
            </a:extLst>
          </p:cNvPr>
          <p:cNvSpPr txBox="1"/>
          <p:nvPr/>
        </p:nvSpPr>
        <p:spPr>
          <a:xfrm>
            <a:off x="333375" y="6019800"/>
            <a:ext cx="109823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PT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autores desejam exprimir os seus agradecimentos a quem de direito.</a:t>
            </a:r>
            <a:endParaRPr lang="pt-PT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E5F79CED-D4C0-4CCA-8FEB-AD5AA8618C71}"/>
              </a:ext>
            </a:extLst>
          </p:cNvPr>
          <p:cNvSpPr/>
          <p:nvPr/>
        </p:nvSpPr>
        <p:spPr>
          <a:xfrm>
            <a:off x="11687175" y="6386513"/>
            <a:ext cx="392113" cy="334962"/>
          </a:xfrm>
          <a:prstGeom prst="teardrop">
            <a:avLst/>
          </a:prstGeom>
          <a:solidFill>
            <a:srgbClr val="B1380A"/>
          </a:solidFill>
          <a:ln>
            <a:solidFill>
              <a:srgbClr val="B13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197" name="Marcador de Posição do Número do Diapositivo 1">
            <a:extLst>
              <a:ext uri="{FF2B5EF4-FFF2-40B4-BE49-F238E27FC236}">
                <a16:creationId xmlns:a16="http://schemas.microsoft.com/office/drawing/2014/main" id="{6B063CFF-5011-46BC-963D-2639C304A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1613" y="6383338"/>
            <a:ext cx="5175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fld id="{755838D4-7F8F-40B5-A1BE-6CE77ACA149D}" type="slidenum">
              <a:rPr lang="en-US" altLang="pt-PT" sz="1400" b="1">
                <a:solidFill>
                  <a:schemeClr val="bg1"/>
                </a:solidFill>
              </a:rPr>
              <a:pPr algn="ctr"/>
              <a:t>3</a:t>
            </a:fld>
            <a:endParaRPr lang="en-US" altLang="pt-PT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3280</TotalTime>
  <Words>72</Words>
  <Application>Microsoft Office PowerPoint</Application>
  <PresentationFormat>Custom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MS PGothic</vt:lpstr>
      <vt:lpstr>Arial</vt:lpstr>
      <vt:lpstr>SEI</vt:lpstr>
      <vt:lpstr>PowerPoint Presentation</vt:lpstr>
      <vt:lpstr>PowerPoint Presentation</vt:lpstr>
      <vt:lpstr>PowerPoint Presentation</vt:lpstr>
    </vt:vector>
  </TitlesOfParts>
  <Company>HubSpot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Devaney</dc:creator>
  <cp:lastModifiedBy>Ricardo Santos</cp:lastModifiedBy>
  <cp:revision>122</cp:revision>
  <dcterms:created xsi:type="dcterms:W3CDTF">2015-05-27T18:34:11Z</dcterms:created>
  <dcterms:modified xsi:type="dcterms:W3CDTF">2021-04-07T17:40:20Z</dcterms:modified>
</cp:coreProperties>
</file>